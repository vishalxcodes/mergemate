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/>
              <a:t>Title :Von </a:t>
            </a:r>
          </a:p>
          <a:p>
            <a:r>
              <a:rPr sz="6100"/>
              <a:t>Neumann </a:t>
            </a:r>
          </a:p>
          <a:p>
            <a:r>
              <a:rPr sz="6100"/>
              <a:t>Architectur</a:t>
            </a:r>
          </a:p>
          <a:p>
            <a:r>
              <a:rPr sz="6100"/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COLLEGE PRESENTATION BY </a:t>
            </a:r>
          </a:p>
          <a:p>
            <a:r>
              <a:rPr sz="2100"/>
              <a:t>: VISHAL YADAV</a:t>
            </a:r>
          </a:p>
        </p:txBody>
      </p:sp>
      <p:pic>
        <p:nvPicPr>
          <p:cNvPr id="4" name="Picture 3" descr="73cf77da-4668-4cbe-bbdb-60dced705ca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/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•Von Neumann Architecture is a computer design model proposed by John von </a:t>
            </a:r>
          </a:p>
          <a:p>
            <a:r>
              <a:rPr sz="1600"/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•It introduced the stored program concept, where both data and instructions are </a:t>
            </a:r>
          </a:p>
          <a:p>
            <a:r>
              <a:rPr sz="1600"/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Input Unit                                                        Output Unit                                                   </a:t>
            </a:r>
          </a:p>
          <a:p>
            <a:r>
              <a:rPr sz="1700"/>
              <a:t>Memory Unit                   Arithmetic Logic Unit (ALU)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3663" y="5522678"/>
            <a:ext cx="2104867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Control Unit.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/>
              <a:t>Block Diagram</a:t>
            </a:r>
          </a:p>
        </p:txBody>
      </p:sp>
      <p:pic>
        <p:nvPicPr>
          <p:cNvPr id="3" name="Picture 2" descr="4c26e2f6-4180-4591-baae-eb5b04890f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/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Fetch</a:t>
            </a:r>
          </a:p>
          <a:p>
            <a:r>
              <a:rPr sz="1800"/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688208"/>
            <a:ext cx="4581119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Control Unit takes the instruction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678" y="3028417"/>
            <a:ext cx="1749612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from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Instruction is loaded into the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Decode</a:t>
            </a:r>
          </a:p>
          <a:p>
            <a:r>
              <a:rPr sz="1800"/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4563807"/>
            <a:ext cx="423673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Control Unit understands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678" y="4904017"/>
            <a:ext cx="269227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operation to perform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Identifies data and operation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Execute</a:t>
            </a:r>
          </a:p>
          <a:p>
            <a:r>
              <a:rPr sz="1800"/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2688208"/>
            <a:ext cx="4693455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ALU performs arithmetic or logical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7211" y="3028417"/>
            <a:ext cx="124485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Result is produced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Store</a:t>
            </a:r>
          </a:p>
          <a:p>
            <a:r>
              <a:rPr sz="1800"/>
              <a:t>4️⃣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Result is stored back into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774" y="5077167"/>
            <a:ext cx="4206750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Output is sent to output unit 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7211" y="5417376"/>
            <a:ext cx="108778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/>
              <a:t>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Simple and easy to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678" y="2503289"/>
            <a:ext cx="1879730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024560"/>
            <a:ext cx="4214954" cy="420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Uses a single memory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678" y="3386371"/>
            <a:ext cx="3267348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data and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Low hardware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Easy to program and modify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41" y="4950210"/>
            <a:ext cx="4717435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Suitable for general-purpose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678" y="5312008"/>
            <a:ext cx="164038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computers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2143597"/>
            <a:ext cx="413087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• Suffers from Von Neumann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7211" y="2475156"/>
            <a:ext cx="1505150" cy="380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• Slower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3457247"/>
            <a:ext cx="4208535" cy="38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• Data and instructions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7211" y="3788806"/>
            <a:ext cx="1857974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the same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4279839"/>
            <a:ext cx="4367767" cy="388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• No parallel execution of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7211" y="4611397"/>
            <a:ext cx="2282309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and 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774" y="5102443"/>
            <a:ext cx="414791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• Not suitable for high-speed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7211" y="5434002"/>
            <a:ext cx="1500122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/>
              <a:t>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/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/>
              <a:t>• Used in educational and research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