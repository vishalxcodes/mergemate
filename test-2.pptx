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fa2269-69e5-4987-baa7-63fd9be807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a31fe-6838-4236-a7d7-556cbd9ab0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01d2ed4-f198-4489-b9a8-17eda306dd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e3ba70c-e67b-4a52-86bc-0904521bda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3d76213-3f6a-4511-a01f-b98a1482ab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7443a56-bf0f-48d6-9147-6d0297c3b3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88db6-7c2c-4714-bd90-9a2904b96e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