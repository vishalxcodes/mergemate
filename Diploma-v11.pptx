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c4dcb8e-50b2-4cc3-8c95-6010d0f10b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d4b2d0f1-114c-4d13-b454-acb1ea21b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80079d01-b753-49f5-916a-3320868dd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28a371b5-8956-4343-ac3d-11a8225926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Mentor mentee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meeting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Communication and Computer Network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Arvind Kumar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Digital Electronics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Komal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Divya Mishra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Universal Human Values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Anita Goswami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Office Automation Tools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c4dcb8e-50b2-4cc3-8c95-6010d0f10b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d4b2d0f1-114c-4d13-b454-acb1ea21b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80079d01-b753-49f5-916a-3320868dd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28a371b5-8956-4343-ac3d-11a8225926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Deepak Painuli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Mining and Warehousing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Akshay Juneja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Network Security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Anurag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Analytics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Himani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Ankita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Mini Project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1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DSI001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Industrial Training Assessment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