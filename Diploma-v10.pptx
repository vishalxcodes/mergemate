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3d174c-8e22-485b-940a-c4c1794032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029fdc9e-5add-4157-844d-10249b4d2c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062369aa-01bf-4bc3-a0f9-84c3cba7fe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cfde98ec-cbf8-477f-af01-2be5c3e56d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meeting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3d174c-8e22-485b-940a-c4c1794032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029fdc9e-5add-4157-844d-10249b4d2c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062369aa-01bf-4bc3-a0f9-84c3cba7fe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cfde98ec-cbf8-477f-af01-2be5c3e56d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1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