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5cf124d-45a1-48a3-b157-316e94a497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506402"/>
            <a:ext cx="1516885" cy="678869"/>
          </a:xfrm>
          <a:prstGeom prst="rect">
            <a:avLst/>
          </a:prstGeom>
        </p:spPr>
      </p:pic>
      <p:pic>
        <p:nvPicPr>
          <p:cNvPr id="3" name="Picture 2" descr="82e62552-df68-4153-a7b8-5b7ba5274f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279563"/>
            <a:ext cx="1129977" cy="501297"/>
          </a:xfrm>
          <a:prstGeom prst="rect">
            <a:avLst/>
          </a:prstGeom>
        </p:spPr>
      </p:pic>
      <p:pic>
        <p:nvPicPr>
          <p:cNvPr id="4" name="Picture 3" descr="9d98ce4f-6597-4d13-9eb4-a10ec05647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65796"/>
            <a:ext cx="463350" cy="227512"/>
          </a:xfrm>
          <a:prstGeom prst="rect">
            <a:avLst/>
          </a:prstGeom>
        </p:spPr>
      </p:pic>
      <p:pic>
        <p:nvPicPr>
          <p:cNvPr id="5" name="Picture 4" descr="5fd0c36c-9f3a-47ae-8058-1e2e812158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65796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263606"/>
          <a:ext cx="10501099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42"/>
                <a:gridCol w="1139789"/>
                <a:gridCol w="1138342"/>
                <a:gridCol w="1139789"/>
                <a:gridCol w="1139789"/>
                <a:gridCol w="1138342"/>
                <a:gridCol w="1139789"/>
                <a:gridCol w="1138342"/>
                <a:gridCol w="1388575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Mentor mentee meeting 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DCS305 DM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DCS303 DAK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DCS306 AG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DCS304 KS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DCS383 NR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DCS303 DAK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DCS303 DAK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DCS304 KS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DCS306 AG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DCS305 DM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DCS306 AG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DCS304 KS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DCS305 DM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Sports and Wellness Activities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63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Sports and Wellness Activities **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698821"/>
          <a:ext cx="10501102" cy="12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96"/>
                <a:gridCol w="1138342"/>
                <a:gridCol w="5696053"/>
                <a:gridCol w="1139789"/>
                <a:gridCol w="1390022"/>
              </a:tblGrid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Communication and Computer Network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Arvind Kumar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Digital Electronics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Komal Singh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Divya Mishra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Universal Human Values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Anita Goswami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/>
                </a:tc>
              </a:tr>
              <a:tr h="12878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Office Automation Tools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585717"/>
            <a:ext cx="104238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692134"/>
            <a:ext cx="1355861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798552"/>
            <a:ext cx="167576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904970"/>
            <a:ext cx="204126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1011387"/>
            <a:ext cx="68991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743506"/>
            <a:ext cx="67333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849923"/>
            <a:ext cx="1146838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2nd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956341"/>
            <a:ext cx="623968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10243"/>
            <a:ext cx="75345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10243"/>
            <a:ext cx="114665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10243"/>
            <a:ext cx="24595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10243"/>
            <a:ext cx="953019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048" y="4584297"/>
            <a:ext cx="30772" cy="98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000000"/>
                </a:solidFill>
                <a:latin typeface="ArialMT"/>
              </a:rPr>
              <a:t>\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5cf124d-45a1-48a3-b157-316e94a497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396311"/>
            <a:ext cx="1385695" cy="620156"/>
          </a:xfrm>
          <a:prstGeom prst="rect">
            <a:avLst/>
          </a:prstGeom>
        </p:spPr>
      </p:pic>
      <p:pic>
        <p:nvPicPr>
          <p:cNvPr id="3" name="Picture 2" descr="82e62552-df68-4153-a7b8-5b7ba5274f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109938"/>
            <a:ext cx="1125365" cy="499247"/>
          </a:xfrm>
          <a:prstGeom prst="rect">
            <a:avLst/>
          </a:prstGeom>
        </p:spPr>
      </p:pic>
      <p:pic>
        <p:nvPicPr>
          <p:cNvPr id="4" name="Picture 3" descr="9d98ce4f-6597-4d13-9eb4-a10ec05647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98822"/>
            <a:ext cx="463350" cy="227512"/>
          </a:xfrm>
          <a:prstGeom prst="rect">
            <a:avLst/>
          </a:prstGeom>
        </p:spPr>
      </p:pic>
      <p:pic>
        <p:nvPicPr>
          <p:cNvPr id="5" name="Picture 4" descr="5fd0c36c-9f3a-47ae-8058-1e2e812158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98822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095586"/>
          <a:ext cx="10501101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1139066"/>
                <a:gridCol w="1139066"/>
                <a:gridCol w="1139789"/>
                <a:gridCol w="1139307"/>
                <a:gridCol w="1139307"/>
                <a:gridCol w="1138824"/>
                <a:gridCol w="1389057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DCS503 AJ A110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DCS506 HB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DCS504 YP A 301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DCS505 AS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DCS503 AJ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DCS581 SS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DCS506 HB 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DCS501 SS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DCS502 DP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DCS504 YP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DCS584 NR 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DCS504 YP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DCS501 SS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DCS505 AS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DCS582 AT Lab 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DCS503 AJ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DCS502 DP 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DCS502 DP A 107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DCS506 HB A 107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DCS583 YP Lab 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DCS505 AS A 310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DCS501 SS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63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Sports and Wellness Activities **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475560"/>
          <a:ext cx="10501102" cy="1542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5696053"/>
                <a:gridCol w="1139066"/>
                <a:gridCol w="1389298"/>
              </a:tblGrid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Deepak Painuli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Mining and Warehousing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Akshay Juneja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Network Security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Dr. Anurag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Data Analytics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Himani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Ankita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Mini Project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/>
                </a:tc>
              </a:tr>
              <a:tr h="128518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DSI001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Industrial Training Assessment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446258"/>
            <a:ext cx="104238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552675"/>
            <a:ext cx="1355861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659093"/>
            <a:ext cx="167576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765511"/>
            <a:ext cx="204126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871928"/>
            <a:ext cx="68991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604058"/>
            <a:ext cx="67333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710476"/>
            <a:ext cx="113440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3rd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816893"/>
            <a:ext cx="57471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43261"/>
            <a:ext cx="75345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43261"/>
            <a:ext cx="114665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43261"/>
            <a:ext cx="24595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43261"/>
            <a:ext cx="953019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