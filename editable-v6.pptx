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</a:rPr>
              <a:t>: </a:t>
            </a:r>
            <a:r>
              <a:rPr sz="2100" b="1" i="0">
                <a:solidFill>
                  <a:srgbClr val="000000"/>
                </a:solidFill>
              </a:rPr>
              <a:t>VISHAL YADAV</a:t>
            </a:r>
          </a:p>
        </p:txBody>
      </p:sp>
      <p:pic>
        <p:nvPicPr>
          <p:cNvPr id="4" name="Picture 3" descr="2b04b54e-b1fe-49bd-878c-a5ff9f3e8f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Memory Unit                   Arithmetic Logic Unit (ALU)                                                 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663" y="5522678"/>
            <a:ext cx="2104867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         Control Unit.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              Block Diagram </a:t>
            </a:r>
          </a:p>
        </p:txBody>
      </p:sp>
      <p:pic>
        <p:nvPicPr>
          <p:cNvPr id="3" name="Picture 2" descr="193dc0a0-aa65-4303-968b-25937412f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takes the instruction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678" y="3028417"/>
            <a:ext cx="1749612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from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Instruction is loaded into 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563807"/>
            <a:ext cx="423673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understands what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678" y="4904017"/>
            <a:ext cx="269227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 to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Identifies data and operation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</a:rP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2688208"/>
            <a:ext cx="4693455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ALU performs arithmetic or logical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211" y="3028417"/>
            <a:ext cx="124485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</a:rPr>
              <a:t>4️⃣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stored back into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774" y="5077167"/>
            <a:ext cx="4206750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Output is sent to output unit if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211" y="5417376"/>
            <a:ext cx="108778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required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 </a:t>
            </a:r>
            <a:r>
              <a:rPr sz="2100" b="1" i="0">
                <a:solidFill>
                  <a:srgbClr val="000000"/>
                </a:solidFill>
              </a:rPr>
              <a:t>Simple and easy to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678" y="2503289"/>
            <a:ext cx="1879730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024560"/>
            <a:ext cx="4214954" cy="42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Uses a single memory for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678" y="3386371"/>
            <a:ext cx="3267348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data and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Low hardware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Easy to program and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4950210"/>
            <a:ext cx="4717435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Suitable for general-purpose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678" y="5312008"/>
            <a:ext cx="164038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computers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43597"/>
            <a:ext cx="413087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Suffers from Von Neumann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11" y="2475156"/>
            <a:ext cx="1505150" cy="380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Slower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457247"/>
            <a:ext cx="4208535" cy="38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Data and instructions share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211" y="3788806"/>
            <a:ext cx="1857974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the same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279839"/>
            <a:ext cx="4367767" cy="38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 parallel execution of data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7211" y="4611397"/>
            <a:ext cx="2282309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and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774" y="5102443"/>
            <a:ext cx="414791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Not suitable for high-speed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211" y="5434002"/>
            <a:ext cx="1500122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</a:t>
            </a:r>
            <a:r>
              <a:rPr sz="2100" b="1" i="0">
                <a:solidFill>
                  <a:srgbClr val="000000"/>
                </a:solidFill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</a:rPr>
              <a:t>   </a:t>
            </a:r>
            <a:r>
              <a:rPr sz="10300" b="1" i="0">
                <a:solidFill>
                  <a:srgbClr val="243541"/>
                </a:solidFill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