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e023aa3-b13d-45da-8013-b2384baf0a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f1681993-ef20-4600-87d2-e353b32f09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4aa2c64d-cb17-4eb4-a35e-047db1179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ac3c3a3a-e424-4086-a6cd-02824cd451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meeting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Engagement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8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e023aa3-b13d-45da-8013-b2384baf0a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f1681993-ef20-4600-87d2-e353b32f09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4aa2c64d-cb17-4eb4-a35e-047db1179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ac3c3a3a-e424-4086-a6cd-02824cd451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Self-Study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310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  <a:tr h="12851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