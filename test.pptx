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73775c-5af5-454a-a603-1e4df644a1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3c9e2c4-3e9a-401f-b6b7-7de0edb86e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c7828f4-ce2f-4cfd-a8b6-3aa8c46466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65eadd7-f750-4110-a818-4b5409aef8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415f911-502c-47d5-95d3-2ff3533565a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8ef48f-32af-4b08-89da-da187c469d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7943fd2-e943-4f0f-89ea-4dd8b6d925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