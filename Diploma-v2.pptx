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dab54f0-b873-4698-a4af-bbfd9706d5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d7ec8b85-49c0-4917-8497-94b60ca6de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8a8e500f-6cb7-4fd5-8575-1e1a15ae99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4148a9d7-0c7d-4799-9ca3-f1bc22f96c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26468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VIII</a:t>
                      </a:r>
                    </a:p>
                  </a:txBody>
                  <a:tcPr/>
                </a:tc>
              </a:tr>
              <a:tr h="26468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9:00-09:55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10:00-10:55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11:00-11:55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12:00-12:55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1:00-01:55 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2:00-02:55  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03:00-03:55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04:00-04:55 PM</a:t>
                      </a:r>
                    </a:p>
                  </a:txBody>
                  <a:tcPr/>
                </a:tc>
              </a:tr>
              <a:tr h="461481">
                <a:tc>
                  <a:txBody>
                    <a:bodyPr/>
                    <a:lstStyle/>
                    <a:p>
                      <a:r>
                        <a:rPr sz="900"/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DCS381 NT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DCS302 ND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Mentor mentee meeting 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DCS305 DM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DCS382 ND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DCS303 DAK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DCS301 NT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DCS306 AG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DCS304 KS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DCS383 NR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DCS303 DAK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Community Engagement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DCS303 DAK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DCS304 KS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DCS306 AG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DCS302 ND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DCS301 NT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DCS305 DM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1481">
                <a:tc>
                  <a:txBody>
                    <a:bodyPr/>
                    <a:lstStyle/>
                    <a:p>
                      <a:r>
                        <a:rPr sz="90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DCS306 AG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DCS301 NT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DCS304 KS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DCS305 DM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DCS302 ND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Sports and Wellness Activities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NSS/NCC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Community Engagement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Library and Self-Study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Sports and Wellness Activities **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30043">
                <a:tc>
                  <a:txBody>
                    <a:bodyPr/>
                    <a:lstStyle/>
                    <a:p>
                      <a:r>
                        <a:rPr sz="900"/>
                        <a:t>SUBJECT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SUBJECT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FACULTY NAME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Structure Using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Mrs. Neetu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Internet and Web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Mrs. Nidhi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Communication and Computer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Arvind Kumar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Digital 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Komal Singh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Operating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Divya Mishra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Universal Human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Anita Goswami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DCS381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Structure Using C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Mrs. Neetu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Internet and Web Technology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Mrs. Nidhi</a:t>
                      </a:r>
                    </a:p>
                  </a:txBody>
                  <a:tcPr/>
                </a:tc>
              </a:tr>
              <a:tr h="130043">
                <a:tc>
                  <a:txBody>
                    <a:bodyPr/>
                    <a:lstStyle/>
                    <a:p>
                      <a:r>
                        <a:rPr sz="900"/>
                        <a:t>DCS383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Office Automation Tools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Nidhi Rana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07229" y="585717"/>
            <a:ext cx="104238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0569" y="692134"/>
            <a:ext cx="1355861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dab54f0-b873-4698-a4af-bbfd9706d5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d7ec8b85-49c0-4917-8497-94b60ca6de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8a8e500f-6cb7-4fd5-8575-1e1a15ae99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4148a9d7-0c7d-4799-9ca3-f1bc22f96c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2" cy="4922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114"/>
                <a:gridCol w="1138921"/>
                <a:gridCol w="1389154"/>
              </a:tblGrid>
              <a:tr h="26238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VIII</a:t>
                      </a:r>
                    </a:p>
                  </a:txBody>
                  <a:tcPr/>
                </a:tc>
              </a:tr>
              <a:tr h="263539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9:00-09:55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10:00-10:55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11:00-11:55 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12:00-12:55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1:00-01:55 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2:00-02:55  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03:00-03:55 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04:00-04:55 PM</a:t>
                      </a:r>
                    </a:p>
                  </a:txBody>
                  <a:tcPr/>
                </a:tc>
              </a:tr>
              <a:tr h="464933">
                <a:tc>
                  <a:txBody>
                    <a:bodyPr/>
                    <a:lstStyle/>
                    <a:p>
                      <a:r>
                        <a:rPr sz="900"/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DCS503 AJ A110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DCS506 HB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DCS504 YP A 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DCS505 AS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DCS503 AJ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DCS581 SS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DCS506 HB A 110</a:t>
                      </a:r>
                    </a:p>
                  </a:txBody>
                  <a:tcPr/>
                </a:tc>
              </a:tr>
              <a:tr h="461481">
                <a:tc>
                  <a:txBody>
                    <a:bodyPr/>
                    <a:lstStyle/>
                    <a:p>
                      <a:r>
                        <a:rPr sz="90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Library and Self-Study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DCS501 SS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DCS502 DP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DCS504 YP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DCS584 NR A 110</a:t>
                      </a:r>
                    </a:p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DCS504 YP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DCS501 SS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DCS505 AS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DCS582 AT 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DCS503 AJ A 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DCS502 DP A 110</a:t>
                      </a:r>
                    </a:p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DCS502 DP A 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DCS506 HB A 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DCS583 YP Lab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DCS505 AS A 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DCS501 SS A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62631">
                <a:tc>
                  <a:txBody>
                    <a:bodyPr/>
                    <a:lstStyle/>
                    <a:p>
                      <a:r>
                        <a:rPr sz="90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NSS/NCC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Community Engagement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Library and Self-Study 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Sports and Wellness Activities **</a:t>
                      </a:r>
                    </a:p>
                  </a:txBody>
                  <a:tcPr/>
                </a:tc>
              </a:tr>
              <a:tr h="77105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130043">
                <a:tc>
                  <a:txBody>
                    <a:bodyPr/>
                    <a:lstStyle/>
                    <a:p>
                      <a:r>
                        <a:rPr sz="900"/>
                        <a:t>SUBJECT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SUBJECT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FACULTY NAME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Python 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Mr. Sunil Singh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Operating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Deepak Painuli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Mining and Warehousing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Akshay Juneja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DCS504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 Development Using Android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Yadika Prasad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Network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Dr. Anurag Singh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Data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HB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Himani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Python Programming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Mr. Sunil Singh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Operating System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Ankita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DCS583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Web Development Using Android 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YP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Yadika Prasad</a:t>
                      </a:r>
                    </a:p>
                  </a:txBody>
                  <a:tcPr/>
                </a:tc>
              </a:tr>
              <a:tr h="128892">
                <a:tc>
                  <a:txBody>
                    <a:bodyPr/>
                    <a:lstStyle/>
                    <a:p>
                      <a:r>
                        <a:rPr sz="900"/>
                        <a:t>DCS584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Mini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Nidhi Rana</a:t>
                      </a:r>
                    </a:p>
                  </a:txBody>
                  <a:tcPr/>
                </a:tc>
              </a:tr>
              <a:tr h="127741">
                <a:tc>
                  <a:txBody>
                    <a:bodyPr/>
                    <a:lstStyle/>
                    <a:p>
                      <a:r>
                        <a:rPr sz="900"/>
                        <a:t>DSI001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Industrial Training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Ms. Nidhi Rana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07229" y="446258"/>
            <a:ext cx="104238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0569" y="552675"/>
            <a:ext cx="1355861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