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52ebb1-5558-47e7-b1ba-c1f11852da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03860c98-b651-485d-ab5a-922406c86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1d971e47-95b3-4b48-9e81-52f77055af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d6d29d4d-609b-42bf-a84d-e818b5292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VIII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9:00-09:55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10:00-10:55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11:00-11:55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12:00-12:55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1:00-01:55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2:00-02:55 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03:00-03:55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04:00-04:55 PM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Monday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DCS381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Mentor mentee meeting 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Tuesday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DCS382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Wednesday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DCS383 NR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Thursday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Friday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Sports and Wellness Activities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r>
                        <a:rPr sz="700"/>
                        <a:t>Saturday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NSS/NCC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Sports and Wellness Activities **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28777">
                <a:tc>
                  <a:txBody>
                    <a:bodyPr/>
                    <a:lstStyle/>
                    <a:p>
                      <a:r>
                        <a:rPr sz="700"/>
                        <a:t>SUBJECT CODE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CREDIT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SUBJECT NAME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ABBREVIATION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FACULTY NAME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Data Structure Using 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Mrs. Neetu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Internet and Web Technology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Mrs. Nidhi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Data Communication and Computer Network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DAK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Arvind Kumar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Digital Electronics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KS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Komal Singh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DCS305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Operating Systems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Divya Mishra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DCS306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Universal Human Values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Anita Goswami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DCS381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Data Structure Using C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Mrs. Neetu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DCS382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Internet and Web Technology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Mrs. Nidhi</a:t>
                      </a:r>
                    </a:p>
                  </a:txBody>
                  <a:tcPr marL="6350" marR="6350" marT="6350" marB="6350"/>
                </a:tc>
              </a:tr>
              <a:tr h="128780">
                <a:tc>
                  <a:txBody>
                    <a:bodyPr/>
                    <a:lstStyle/>
                    <a:p>
                      <a:r>
                        <a:rPr sz="700"/>
                        <a:t>DCS383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Office Automation Tools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Nidhi Rana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52ebb1-5558-47e7-b1ba-c1f11852da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03860c98-b651-485d-ab5a-922406c86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1d971e47-95b3-4b48-9e81-52f77055af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d6d29d4d-609b-42bf-a84d-e818b52924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1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307"/>
                <a:gridCol w="1138824"/>
                <a:gridCol w="1389057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VIII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9:00-09:55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10:00-10:55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11:00-11:55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12:00-12:55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1:00-01:55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2:00-02:55 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03:00-03:55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04:00-04:55 PM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Monday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DCS503 AJ A110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DCS506 HB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DCS504 YP A 301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DCS505 AS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Tuesday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DCS503 AJ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DCS581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DCS506 HB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Wednesday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DCS502 DP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DCS504 YP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DCS584 NR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Thursday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DCS504 YP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DCS501 SS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DCS505 AS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DCS582 AT Lab 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DCS503 AJ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DCS502 DP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Friday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DCS502 DP A 107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DCS506 HB A 107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DCS583 YP Lab 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DCS505 AS A 310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r>
                        <a:rPr sz="700"/>
                        <a:t>Saturday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NSS/NCC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Sports and Wellness Activities **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475560"/>
          <a:ext cx="10501102" cy="154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5696053"/>
                <a:gridCol w="1139066"/>
                <a:gridCol w="1389298"/>
              </a:tblGrid>
              <a:tr h="128508">
                <a:tc>
                  <a:txBody>
                    <a:bodyPr/>
                    <a:lstStyle/>
                    <a:p>
                      <a:r>
                        <a:rPr sz="700"/>
                        <a:t>SUBJECT CODE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CREDIT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SUBJECT NAME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ABBREVIATION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FACULTY NAME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Python Programming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Mr. Sunil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Operating System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Deepak Painuli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Data Mining and Warehousing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AJ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Akshay Juneja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Web Development Using Android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YP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Yadika Prasad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DCS505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Network Security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Anurag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DCS506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Data Analytics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HB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Himani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DCS581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Python Programming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Mr. Sunil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DCS582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Operating System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Ankita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DCS583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Web Development Using Android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YP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Yadika Prasad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DCS584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Mini Project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Nidhi Rana</a:t>
                      </a:r>
                    </a:p>
                  </a:txBody>
                  <a:tcPr marL="6350" marR="6350" marT="6350" marB="6350"/>
                </a:tc>
              </a:tr>
              <a:tr h="128518">
                <a:tc>
                  <a:txBody>
                    <a:bodyPr/>
                    <a:lstStyle/>
                    <a:p>
                      <a:r>
                        <a:rPr sz="700"/>
                        <a:t>DSI001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Industrial Training Assessment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Nidhi Rana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