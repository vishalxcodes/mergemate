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18cba-ec21-4015-af54-b0106a97f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506402"/>
            <a:ext cx="1516885" cy="678869"/>
          </a:xfrm>
          <a:prstGeom prst="rect">
            <a:avLst/>
          </a:prstGeom>
        </p:spPr>
      </p:pic>
      <p:pic>
        <p:nvPicPr>
          <p:cNvPr id="3" name="Picture 2" descr="413ca5c6-c5d2-4898-8d95-03bbed0f3d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279563"/>
            <a:ext cx="1129977" cy="501297"/>
          </a:xfrm>
          <a:prstGeom prst="rect">
            <a:avLst/>
          </a:prstGeom>
        </p:spPr>
      </p:pic>
      <p:pic>
        <p:nvPicPr>
          <p:cNvPr id="4" name="Picture 3" descr="57f02d2d-0f31-44ae-8132-b52d9931f0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65796"/>
            <a:ext cx="463350" cy="227512"/>
          </a:xfrm>
          <a:prstGeom prst="rect">
            <a:avLst/>
          </a:prstGeom>
        </p:spPr>
      </p:pic>
      <p:pic>
        <p:nvPicPr>
          <p:cNvPr id="5" name="Picture 4" descr="3cc94e60-cc1c-4640-b91e-1ef67de3b2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65796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263606"/>
          <a:ext cx="10501099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342"/>
                <a:gridCol w="1139789"/>
                <a:gridCol w="1138342"/>
                <a:gridCol w="1139789"/>
                <a:gridCol w="1139789"/>
                <a:gridCol w="1138342"/>
                <a:gridCol w="1139789"/>
                <a:gridCol w="1138342"/>
                <a:gridCol w="1388575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Mentor mentee meeting 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DCS383 NR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DCS303 DAK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DCS306 AG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DCS301 NT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DCS304 KS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DCS305 DM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DCS302 ND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/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698821"/>
          <a:ext cx="10501102" cy="1287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6896"/>
                <a:gridCol w="1138342"/>
                <a:gridCol w="5696053"/>
                <a:gridCol w="1139789"/>
                <a:gridCol w="1390022"/>
              </a:tblGrid>
              <a:tr h="128777">
                <a:tc>
                  <a:txBody>
                    <a:bodyPr/>
                    <a:lstStyle/>
                    <a:p>
                      <a:r>
                        <a:rPr sz="700"/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Structure Using 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Internet and Web Technology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Communication and Computer Network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DAK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Arvind Kumar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Digital Electronics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KS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Komal Singh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Divya Mishra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Universal Human Values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Anita Goswami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Structure Using C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Neetu</a:t>
                      </a:r>
                    </a:p>
                  </a:txBody>
                  <a:tcPr marL="6350" marR="6350" marT="6350" marB="6350"/>
                </a:tc>
              </a:tr>
              <a:tr h="128777">
                <a:tc>
                  <a:txBody>
                    <a:bodyPr/>
                    <a:lstStyle/>
                    <a:p>
                      <a:r>
                        <a:rPr sz="700"/>
                        <a:t>DCS382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Internet and Web Technology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Mrs. Nidhi</a:t>
                      </a:r>
                    </a:p>
                  </a:txBody>
                  <a:tcPr marL="6350" marR="6350" marT="6350" marB="6350"/>
                </a:tc>
              </a:tr>
              <a:tr h="128780">
                <a:tc>
                  <a:txBody>
                    <a:bodyPr/>
                    <a:lstStyle/>
                    <a:p>
                      <a:r>
                        <a:rPr sz="700"/>
                        <a:t>DCS383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Office Automation Tools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0569" y="585717"/>
            <a:ext cx="1355861" cy="20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2250" y="743506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798552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2250" y="849923"/>
            <a:ext cx="114683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2nd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874" y="904970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956341"/>
            <a:ext cx="623968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3536" y="1011387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048" y="4584297"/>
            <a:ext cx="30772" cy="983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000000"/>
                </a:solidFill>
                <a:latin typeface="ArialMT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4976" y="6310243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777" y="6310243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5514" y="6310243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440" y="6310243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218cba-ec21-4015-af54-b0106a97f9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99" y="396311"/>
            <a:ext cx="1385695" cy="620156"/>
          </a:xfrm>
          <a:prstGeom prst="rect">
            <a:avLst/>
          </a:prstGeom>
        </p:spPr>
      </p:pic>
      <p:pic>
        <p:nvPicPr>
          <p:cNvPr id="3" name="Picture 2" descr="413ca5c6-c5d2-4898-8d95-03bbed0f3d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1" y="1109938"/>
            <a:ext cx="1125365" cy="499247"/>
          </a:xfrm>
          <a:prstGeom prst="rect">
            <a:avLst/>
          </a:prstGeom>
        </p:spPr>
      </p:pic>
      <p:pic>
        <p:nvPicPr>
          <p:cNvPr id="4" name="Picture 3" descr="57f02d2d-0f31-44ae-8132-b52d9931f0b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0019" y="6098822"/>
            <a:ext cx="463350" cy="227512"/>
          </a:xfrm>
          <a:prstGeom prst="rect">
            <a:avLst/>
          </a:prstGeom>
        </p:spPr>
      </p:pic>
      <p:pic>
        <p:nvPicPr>
          <p:cNvPr id="5" name="Picture 4" descr="3cc94e60-cc1c-4640-b91e-1ef67de3b2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7760" y="6098822"/>
            <a:ext cx="644676" cy="22751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33145" y="1095586"/>
          <a:ext cx="10501101" cy="33028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1139066"/>
                <a:gridCol w="1139066"/>
                <a:gridCol w="1139789"/>
                <a:gridCol w="1139307"/>
                <a:gridCol w="1139307"/>
                <a:gridCol w="1138824"/>
                <a:gridCol w="1389057"/>
              </a:tblGrid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VIII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9:00-09:55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10:00-10:55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11:00-11:55 AM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12:00-12:55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1:00-01:55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2:00-02:55  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03:00-03:55 PM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04:00-04:55 PM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Monday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301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Tuesday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Wednesday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DCS584 NR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Thursday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DCS504 YP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DCS582 AT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DCS503 AJ A 207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110</a:t>
                      </a:r>
                    </a:p>
                  </a:txBody>
                  <a:tcPr marL="6350" marR="6350" marT="6350" marB="6350"/>
                </a:tc>
              </a:tr>
              <a:tr h="412858">
                <a:tc>
                  <a:txBody>
                    <a:bodyPr/>
                    <a:lstStyle/>
                    <a:p>
                      <a:r>
                        <a:rPr sz="700"/>
                        <a:t>Friday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DCS502 DP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DCS506 HB A 107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DCS583 YP Lab 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DCS505 AS A 310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DCS501 SS A 110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</a:tr>
              <a:tr h="412863">
                <a:tc>
                  <a:txBody>
                    <a:bodyPr/>
                    <a:lstStyle/>
                    <a:p>
                      <a:r>
                        <a:rPr sz="700"/>
                        <a:t>Saturday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NSS/NCC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Community Engagement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Lunch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/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Library and Self-Study **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Sports and Wellness Activities **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3145" y="4475560"/>
          <a:ext cx="10501102" cy="154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619"/>
                <a:gridCol w="1139066"/>
                <a:gridCol w="5696053"/>
                <a:gridCol w="1139066"/>
                <a:gridCol w="1389298"/>
              </a:tblGrid>
              <a:tr h="128508">
                <a:tc>
                  <a:txBody>
                    <a:bodyPr/>
                    <a:lstStyle/>
                    <a:p>
                      <a:r>
                        <a:rPr sz="700"/>
                        <a:t>SUBJECT CODE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CREDIT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SUBJECT NAME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ABBREVIATION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FACULTY NAME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Python Programming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Deepak Painuli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Mining and Warehousing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AJ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Akshay Juneja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Web Development Using Android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DCS505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Network Security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Dr. Anurag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DCS506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Data Analytics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HB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Himani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Python Programming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SS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Mr. Sunil Singh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DCS582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Operating System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AT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Ankita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DCS583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Web Development Using Android Lab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YP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Yadika Prasad</a:t>
                      </a:r>
                    </a:p>
                  </a:txBody>
                  <a:tcPr marL="6350" marR="6350" marT="6350" marB="6350"/>
                </a:tc>
              </a:tr>
              <a:tr h="128508">
                <a:tc>
                  <a:txBody>
                    <a:bodyPr/>
                    <a:lstStyle/>
                    <a:p>
                      <a:r>
                        <a:rPr sz="700"/>
                        <a:t>DCS584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Mini Project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  <a:tr h="128518">
                <a:tc>
                  <a:txBody>
                    <a:bodyPr/>
                    <a:lstStyle/>
                    <a:p>
                      <a:r>
                        <a:rPr sz="700"/>
                        <a:t>DSI001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1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Industrial Training Assessment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NR</a:t>
                      </a:r>
                    </a:p>
                  </a:txBody>
                  <a:tcPr marL="6350" marR="6350" marT="6350" marB="6350"/>
                </a:tc>
                <a:tc>
                  <a:txBody>
                    <a:bodyPr/>
                    <a:lstStyle/>
                    <a:p>
                      <a:r>
                        <a:rPr sz="700"/>
                        <a:t>Ms. Nidhi Rana</a:t>
                      </a:r>
                    </a:p>
                  </a:txBody>
                  <a:tcPr marL="6350" marR="6350" marT="6350" marB="635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50569" y="446258"/>
            <a:ext cx="1355861" cy="203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COER UNIVERSITY</a:t>
            </a:r>
          </a:p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College of Smart Computing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2250" y="604058"/>
            <a:ext cx="67333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w.e.f: 15/07/26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0639" y="659093"/>
            <a:ext cx="167576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C00000"/>
                </a:solidFill>
                <a:latin typeface="TimesNewRomanPS-BoldMT"/>
              </a:rPr>
              <a:t>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2250" y="710476"/>
            <a:ext cx="113440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Year: Diploma 3rd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07874" y="765511"/>
            <a:ext cx="2041264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Academic Session 2026-27 (ODD Semester)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2250" y="816893"/>
            <a:ext cx="574710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Semester: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83536" y="871928"/>
            <a:ext cx="68991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TIME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4976" y="6343261"/>
            <a:ext cx="753456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OC Time Table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777" y="6343261"/>
            <a:ext cx="1146655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Head of the Department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514" y="6343261"/>
            <a:ext cx="245957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Dean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440" y="6343261"/>
            <a:ext cx="953019" cy="97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i="0">
                <a:solidFill>
                  <a:srgbClr val="000000"/>
                </a:solidFill>
                <a:latin typeface="TimesNewRomanPS-BoldMT"/>
              </a:rPr>
              <a:t>Pro Vice Chancellor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